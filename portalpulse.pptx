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40625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525439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52154186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7498902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554566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43865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9140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42566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15581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D5C47F-94B1-71A1-833D-B4A11D7F30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592DBF-B89D-4392-1D6A-0CF2924DDA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22E4E4-E4D5-6EA7-AECF-1C79E86FEE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A678DB-3397-BF35-D307-DC15B99364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B58F2D-066D-DEF0-71FC-50AD78ED01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B9F342-B6AB-F99C-6647-823017E8EA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ED7F80-EF60-22E4-E61A-B0EA85C4DE6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5D314F-6F92-12DD-F024-2AC6001B54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052A4-39E8-68D4-A025-E28C143836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14254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5703671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6056392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65348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34357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67626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991270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96972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035929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82926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919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723467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158446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437535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38645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0171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117214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8319495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4217838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2219004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4290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728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118495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94713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834048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5915308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8956053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481472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785101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65607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4145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3454623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3737072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529677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642472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094359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81661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9060439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2341732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5445234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728262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252610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89681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6403621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53516803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9580976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04786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42466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3734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4470785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25413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533673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8530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55720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636362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6895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8894971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951114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8256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46731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8508057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396427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448067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63719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447624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85647608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95999" y="2529000"/>
            <a:ext cx="1800000" cy="1800000"/>
          </a:xfrm>
          <a:prstGeom prst="rect">
            <a:avLst/>
          </a:prstGeom>
        </p:spPr>
      </p:pic>
      <p:pic>
        <p:nvPicPr>
          <p:cNvPr id="7415970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348399" y="2681399"/>
            <a:ext cx="1800000" cy="1800000"/>
          </a:xfrm>
          <a:prstGeom prst="rect">
            <a:avLst/>
          </a:prstGeom>
        </p:spPr>
      </p:pic>
      <p:pic>
        <p:nvPicPr>
          <p:cNvPr id="50025730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-13790" y="0"/>
            <a:ext cx="1219814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91246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825773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370942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935" y="0"/>
            <a:ext cx="1219814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4002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633405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656018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3790" y="0"/>
            <a:ext cx="1221350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7447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712274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5981594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13790" y="0"/>
            <a:ext cx="1233641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7802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73498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12685604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44515" y="0"/>
            <a:ext cx="1233641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341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55243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049983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44515" y="0"/>
            <a:ext cx="1230568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60844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394399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81585994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6935" y="0"/>
            <a:ext cx="12198144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411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00949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162522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44515" y="0"/>
            <a:ext cx="1225959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268391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9714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53022780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572" y="0"/>
            <a:ext cx="1218278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3993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623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706937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44515" y="0"/>
            <a:ext cx="1225959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2026-08-31T18:11:21Z</dcterms:modified>
</cp:coreProperties>
</file>